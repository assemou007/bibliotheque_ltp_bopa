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6D4AB4-FEA6-4F6F-9B1F-27B1FF5AEF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003CD4-4AFC-4AD2-8F3C-DF0CA8D15B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17248E8-AAC4-4F4B-AC2E-19532CD65B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F4E0770-D3E1-41A7-B725-80D319F6FC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DBBF3F5-4DC3-4BC7-BFEE-238B1888D8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BA4013F-C8FD-40C9-A540-107F8CC95F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B69A518-9F8E-408C-8931-A914FE48E0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7E301A0-8219-4083-9F66-41B799ED08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6D6387A-A369-4F66-8B92-1E9717B2BC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74FA90F-FD36-4B51-B7D2-1A1E4BD582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7989D7F-D768-4622-8739-DD7D4625AF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7624D3F-2344-400C-B3ED-56090F05D6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23E82249-1644-4143-9A82-D5EDF61A55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F5D3386B-D87F-4C6D-B49B-D70E63AC8F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FA31F31C-E430-4DED-956A-02014E639C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41D38270-CCB2-4874-85A2-77818A2DB7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" name="Group 15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2" name="Freeform 14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3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4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fr-FR" sz="54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5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 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84F567-0518-409F-862C-1C5DFAFE8F19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2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Cliquez pour éditer le format du plan de texte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niveau de plan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 de plan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 de plan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Sixième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Septième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3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3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4FB6FC-E6B8-4ACA-AB1A-BFCADD8DF712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4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4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Modifier les styles du texte du masque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EF4AE3-6E68-450D-B285-E899C9CDB37A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b="0" lang="fr-FR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b="0" lang="fr-FR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B135C3-77A7-471B-91C7-301852BF9520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8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8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2A6B8C-BC4A-4785-A22A-FB1327BF273A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b="0" lang="fr-FR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b="0" lang="fr-FR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accent1"/>
                </a:solidFill>
                <a:latin typeface="Trebuchet MS"/>
              </a:rPr>
              <a:t>Modifier les styles du texte du masque</a:t>
            </a:r>
            <a:endParaRPr b="0" lang="fr-FR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74741B-8EEB-4FCF-AE5A-686A20F2C0B9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Deuxième niveau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5C4994-33C3-4ABD-8CA7-A87C5062CEC5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Deuxième niveau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990A0-AE88-4D42-BA45-1A3865992B8E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4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5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5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Deuxième niveau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283B24-8242-4171-ACBB-E9471758CD21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40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4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Modifier les styles du texte du masque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763680-8CE5-4703-AF21-4A29D88D20C8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8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8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Deuxième niveau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Deuxième niveau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037DBA-CC88-4A3E-8E99-437D7E6D7231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0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0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Deuxième niveau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Deuxième niveau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806CF4-B791-46FA-A85E-616C63817629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2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2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2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F193B5-A727-4EF1-A52A-649EC6E817B0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Cliquez pour éditer le format du plan de texte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niveau de plan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 de plan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 de plan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Sixième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Septième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4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4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9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5D9B95-E0A7-4676-94FE-3CDBED746198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Trebuchet MS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Cliquez pour éditer le format du plan de texte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niveau de plan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 de plan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 de plan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Sixième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Septième niveau de plan</a:t>
            </a:r>
            <a:endParaRPr b="0" lang="fr-FR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5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5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20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2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Deuxième niveau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Troisième niveau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Quatrième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Cinquième niveau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PlaceHolder 6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19AD2-A1ED-452A-9C79-935DE18EAD28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7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7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7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2400" spc="-1" strike="noStrike">
                <a:solidFill>
                  <a:schemeClr val="accent1"/>
                </a:solidFill>
                <a:latin typeface="Trebuchet MS"/>
              </a:rPr>
              <a:t>Modifiez le style du titre</a:t>
            </a:r>
            <a:endParaRPr b="0" lang="fr-FR" sz="2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Trebuchet MS"/>
              </a:rPr>
              <a:t>Cliquez sur l'icône pour ajouter une image</a:t>
            </a:r>
            <a:endParaRPr b="0" lang="fr-FR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Modifier les styles du texte du masque</a:t>
            </a:r>
            <a:endParaRPr b="0" lang="fr-FR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PlaceHolder 5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4B32C6-5F30-46BD-9EDD-0DEE3FB0BDAC}" type="slidenum">
              <a:rPr b="0" lang="fr-FR" sz="900" spc="-1" strike="noStrike">
                <a:solidFill>
                  <a:schemeClr val="accent1"/>
                </a:solidFill>
                <a:latin typeface="Trebuchet MS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6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fr-FR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540000" y="360000"/>
            <a:ext cx="10260000" cy="5580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fr-FR" sz="4800" spc="-1" strike="noStrike">
                <a:solidFill>
                  <a:srgbClr val="000000"/>
                </a:solidFill>
                <a:latin typeface="Ubuntu"/>
              </a:rPr>
              <a:t>SOYEZ LES BIENVENUS A LA </a:t>
            </a:r>
            <a:r>
              <a:rPr b="0" lang="fr-FR" sz="4800" spc="-1" strike="noStrike">
                <a:solidFill>
                  <a:srgbClr val="000000"/>
                </a:solidFill>
                <a:latin typeface="Ubuntu"/>
              </a:rPr>
              <a:t>SOUTENANCE DES </a:t>
            </a:r>
            <a:r>
              <a:rPr b="0" lang="fr-FR" sz="4800" spc="-1" strike="noStrike">
                <a:solidFill>
                  <a:srgbClr val="000000"/>
                </a:solidFill>
                <a:latin typeface="Ubuntu"/>
              </a:rPr>
              <a:t>DÉVELOPPEUR WEB ET </a:t>
            </a:r>
            <a:r>
              <a:rPr b="0" lang="fr-FR" sz="4800" spc="-1" strike="noStrike">
                <a:solidFill>
                  <a:srgbClr val="000000"/>
                </a:solidFill>
                <a:latin typeface="Ubuntu"/>
              </a:rPr>
              <a:t>MOBILE AU LTP-BOPA</a:t>
            </a:r>
            <a:br>
              <a:rPr sz="4800"/>
            </a:br>
            <a:br>
              <a:rPr sz="4800"/>
            </a:br>
            <a:br>
              <a:rPr sz="4800"/>
            </a:b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ZoneTexte 3"/>
          <p:cNvSpPr/>
          <p:nvPr/>
        </p:nvSpPr>
        <p:spPr>
          <a:xfrm>
            <a:off x="4497120" y="4904280"/>
            <a:ext cx="33832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 Black"/>
              </a:rPr>
              <a:t>THEME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 Black"/>
              </a:rPr>
              <a:t>RAPPORT DE STAGE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ZoneTexte 4"/>
          <p:cNvSpPr/>
          <p:nvPr/>
        </p:nvSpPr>
        <p:spPr>
          <a:xfrm>
            <a:off x="153000" y="2068920"/>
            <a:ext cx="12071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3600" spc="-1" strike="noStrike">
                <a:solidFill>
                  <a:schemeClr val="dk1"/>
                </a:solidFill>
                <a:latin typeface="Arial Black"/>
              </a:rPr>
              <a:t>MINISTERE DE L’ENSEIGNEMENT SECONDAIRE TECHNIQUE ET DE LA FORMATION PROFESSIONELLE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ZoneTexte 5"/>
          <p:cNvSpPr/>
          <p:nvPr/>
        </p:nvSpPr>
        <p:spPr>
          <a:xfrm>
            <a:off x="1779120" y="3771720"/>
            <a:ext cx="8739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 Black"/>
              </a:rPr>
              <a:t>LYCEE TECHNIQUE ET PROFESSIONNELLE DE BOPA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Image 6" descr=""/>
          <p:cNvPicPr/>
          <p:nvPr/>
        </p:nvPicPr>
        <p:blipFill>
          <a:blip r:embed="rId1"/>
          <a:stretch/>
        </p:blipFill>
        <p:spPr>
          <a:xfrm>
            <a:off x="1864080" y="369000"/>
            <a:ext cx="1670040" cy="1112040"/>
          </a:xfrm>
          <a:prstGeom prst="rect">
            <a:avLst/>
          </a:prstGeom>
          <a:ln w="0">
            <a:noFill/>
          </a:ln>
        </p:spPr>
      </p:pic>
      <p:pic>
        <p:nvPicPr>
          <p:cNvPr id="293" name="Image 7" descr=""/>
          <p:cNvPicPr/>
          <p:nvPr/>
        </p:nvPicPr>
        <p:blipFill>
          <a:blip r:embed="rId2"/>
          <a:stretch/>
        </p:blipFill>
        <p:spPr>
          <a:xfrm>
            <a:off x="8420040" y="369000"/>
            <a:ext cx="1356480" cy="1188720"/>
          </a:xfrm>
          <a:prstGeom prst="rect">
            <a:avLst/>
          </a:prstGeom>
          <a:ln w="0">
            <a:noFill/>
          </a:ln>
        </p:spPr>
      </p:pic>
      <p:sp>
        <p:nvSpPr>
          <p:cNvPr id="294" name="ZoneTexte 9"/>
          <p:cNvSpPr/>
          <p:nvPr/>
        </p:nvSpPr>
        <p:spPr>
          <a:xfrm>
            <a:off x="3177000" y="908640"/>
            <a:ext cx="5996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2400" spc="-1" strike="noStrike">
                <a:solidFill>
                  <a:schemeClr val="dk1"/>
                </a:solidFill>
                <a:latin typeface="Arial Black"/>
              </a:rPr>
              <a:t>REPUBLIQUE DU BENIN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ZoneTexte 10"/>
          <p:cNvSpPr/>
          <p:nvPr/>
        </p:nvSpPr>
        <p:spPr>
          <a:xfrm>
            <a:off x="23400" y="5798880"/>
            <a:ext cx="35107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 Black"/>
              </a:rPr>
              <a:t>Présenter par : Yanis 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ZoneTexte 11"/>
          <p:cNvSpPr/>
          <p:nvPr/>
        </p:nvSpPr>
        <p:spPr>
          <a:xfrm>
            <a:off x="7880760" y="5798880"/>
            <a:ext cx="4310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 Black"/>
              </a:rPr>
              <a:t>Maître de stage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ZoneTexte 12"/>
          <p:cNvSpPr/>
          <p:nvPr/>
        </p:nvSpPr>
        <p:spPr>
          <a:xfrm>
            <a:off x="4176360" y="1626480"/>
            <a:ext cx="35956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 Black"/>
              </a:rPr>
              <a:t>@@@@@@@@@@@@@@@@@@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14"/>
          <p:cNvSpPr/>
          <p:nvPr/>
        </p:nvSpPr>
        <p:spPr>
          <a:xfrm>
            <a:off x="4297680" y="4226400"/>
            <a:ext cx="3701520" cy="49068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ffffff"/>
          </a:solidFill>
          <a:ln cap="rnd">
            <a:solidFill>
              <a:srgbClr val="42d0a2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Arial Black"/>
              </a:rPr>
              <a:t>PRÉSENTATION DE STAGE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archemin horizontal 3"/>
          <p:cNvSpPr/>
          <p:nvPr/>
        </p:nvSpPr>
        <p:spPr>
          <a:xfrm>
            <a:off x="3909240" y="624960"/>
            <a:ext cx="4922280" cy="1820880"/>
          </a:xfrm>
          <a:prstGeom prst="horizontalScroll">
            <a:avLst>
              <a:gd name="adj" fmla="val 12500"/>
            </a:avLst>
          </a:prstGeom>
          <a:solidFill>
            <a:schemeClr val="bg1">
              <a:lumMod val="75000"/>
            </a:schemeClr>
          </a:solidFill>
          <a:ln cap="rnd">
            <a:solidFill>
              <a:srgbClr val="000000">
                <a:lumMod val="95000"/>
                <a:lumOff val="5000"/>
              </a:srgb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9600" spc="-1" strike="noStrike">
                <a:solidFill>
                  <a:srgbClr val="ff0000"/>
                </a:solidFill>
                <a:latin typeface="Arial Black"/>
              </a:rPr>
              <a:t>PLAN</a:t>
            </a:r>
            <a:endParaRPr b="0" lang="fr-FR" sz="9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Double vague 3"/>
          <p:cNvSpPr/>
          <p:nvPr/>
        </p:nvSpPr>
        <p:spPr>
          <a:xfrm>
            <a:off x="2857680" y="87840"/>
            <a:ext cx="5187240" cy="1248120"/>
          </a:xfrm>
          <a:prstGeom prst="doubleWave">
            <a:avLst>
              <a:gd name="adj1" fmla="val 6250"/>
              <a:gd name="adj2" fmla="val 0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4400" spc="-1" strike="noStrike">
                <a:solidFill>
                  <a:schemeClr val="dk1"/>
                </a:solidFill>
                <a:latin typeface="Arial Black"/>
              </a:rPr>
              <a:t>INTRODUCTION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3600" spc="-1" strike="noStrike">
              <a:solidFill>
                <a:schemeClr val="accent1"/>
              </a:solidFill>
              <a:latin typeface="Trebuchet MS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12840</TotalTime>
  <Application>LibreOffice/24.2.7.2$Linux_X86_64 LibreOffice_project/420$Build-2</Application>
  <AppVersion>15.0000</AppVersion>
  <Words>53</Words>
  <Paragraphs>12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2025-03-24T08:59:26Z</dcterms:created>
  <dc:creator>DELL LATITUDE</dc:creator>
  <dc:description/>
  <dc:language>fr-FR</dc:language>
  <cp:lastModifiedBy/>
  <dcterms:modified xsi:type="dcterms:W3CDTF">2026-02-15T23:46:41Z</dcterms:modified>
  <cp:revision>11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6</vt:i4>
  </property>
</Properties>
</file>